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1_benz_18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747776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D2E0"/>
                </a:solidFill>
                <a:latin typeface="Arial"/>
              </a:rPr>
              <a:t>ИСТОРИЯ АВТОМОБИЛЕСТРОЕНИЯ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7A2B"/>
                </a:solidFill>
                <a:latin typeface="Arial"/>
              </a:rPr>
              <a:t>от первых двигателей до электрокаров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2F4F8"/>
                </a:solidFill>
                <a:latin typeface="Arial"/>
              </a:rPr>
              <a:t>1886 — Карл Бенц запатентовал Benz Patent-Motorwagen Nr.1 — первый в мире автомобиль с ДВС</a:t>
            </a:r>
          </a:p>
          <a:p>
            <a:pPr algn="l"/>
            <a:r>
              <a:rPr sz="1700" b="0">
                <a:solidFill>
                  <a:srgbClr val="F2F4F8"/>
                </a:solidFill>
                <a:latin typeface="Arial"/>
              </a:rPr>
              <a:t>Мощность 0,75 л.с. · 3 колеса · скорость 16 км/ч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78"/>
                </a:solidFill>
                <a:latin typeface="Arial"/>
              </a:rPr>
              <a:t>Дисциплина: НИР / УИР · стиль: metal &amp; chrome · ретро-фото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9D2E0"/>
                </a:solidFill>
                <a:latin typeface="Arial"/>
              </a:rPr>
              <a:t>ОСНОВНЫЕ ЭТАПЫ РАЗВИТИЯ АВТОМОБИЛЬНОЙ ИНДУСТРИИ</a:t>
            </a:r>
          </a:p>
        </p:txBody>
      </p:sp>
      <p:pic>
        <p:nvPicPr>
          <p:cNvPr id="4" name="Picture 3" descr="slide2_timeline_me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62236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120640"/>
            <a:ext cx="265176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D2E0"/>
                </a:solidFill>
                <a:latin typeface="Arial"/>
              </a:rPr>
              <a:t>1886–1900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Arial"/>
              </a:rPr>
              <a:t>Эра изобретения: Бенц, Даймлер; первые ДВС и ручная сборка.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120640"/>
            <a:ext cx="265176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212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D2E0"/>
                </a:solidFill>
                <a:latin typeface="Arial"/>
              </a:rPr>
              <a:t>1908–1960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577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Arial"/>
              </a:rPr>
              <a:t>Конвейер Форда; массовые заводы XX века; старт АвтоВАЗа (Lada, 1966).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120640"/>
            <a:ext cx="265176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212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D2E0"/>
                </a:solidFill>
                <a:latin typeface="Arial"/>
              </a:rPr>
              <a:t>1966–2000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577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Arial"/>
              </a:rPr>
              <a:t>Японская экспансия Toyota; инжекторы, безопасность, экономичность.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5120640"/>
            <a:ext cx="265176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5212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D2E0"/>
                </a:solidFill>
                <a:latin typeface="Arial"/>
              </a:rPr>
              <a:t>2000–н.в.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5577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Arial"/>
              </a:rPr>
              <a:t>Электрокары и автономные машины: Tesla, Toyota bZ, Lada e-Largus.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